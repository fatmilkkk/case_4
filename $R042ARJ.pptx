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94183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 bwMode="auto">
          <a:xfrm>
            <a:off x="-1463040" y="475488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 bwMode="auto"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КАРТОГРАФ ЛЕВИАФАНА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 bwMode="auto">
          <a:xfrm>
            <a:off x="73152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Дизайн персонажей и окружения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 bwMode="auto"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i="1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Внешний вид, анимации, способности персонажей — и мир, в котором они живут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 bwMode="auto"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A93BE"/>
                </a:solidFill>
                <a:latin typeface="Calibri"/>
                <a:ea typeface="Calibri"/>
                <a:cs typeface="Calibri"/>
              </a:rPr>
              <a:t>Кейс-задача №4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ПЕРСОНАЖИ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Ростер главных героев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 bwMode="auto">
          <a:xfrm>
            <a:off x="54864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 bwMode="auto">
          <a:xfrm>
            <a:off x="1901952" y="2011680"/>
            <a:ext cx="914400" cy="914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54864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Майя Северин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 bwMode="auto">
          <a:xfrm>
            <a:off x="548640" y="34015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ПРОТАГОНИСТ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 bwMode="auto">
          <a:xfrm>
            <a:off x="822960" y="37947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Ловкая, любознательная, движима заботой о городе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 bwMode="auto">
          <a:xfrm>
            <a:off x="438912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 bwMode="auto">
          <a:xfrm>
            <a:off x="5742432" y="2011680"/>
            <a:ext cx="914400" cy="91440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438912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Клякса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 bwMode="auto">
          <a:xfrm>
            <a:off x="4389120" y="34015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КОМПАНЬОН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 bwMode="auto">
          <a:xfrm>
            <a:off x="4663440" y="37947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Немой чернильный дух-птица, преданный и игривый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 bwMode="auto">
          <a:xfrm>
            <a:off x="822960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 bwMode="auto">
          <a:xfrm>
            <a:off x="9582912" y="2011680"/>
            <a:ext cx="914400" cy="9144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 bwMode="auto">
          <a:xfrm>
            <a:off x="822960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Аурелио Восс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 bwMode="auto">
          <a:xfrm>
            <a:off x="8229600" y="34015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АНТАГОНИСТ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 bwMode="auto">
          <a:xfrm>
            <a:off x="8503920" y="37947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Величественный фанатик, искренне верящий в свою правоту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000"/>
          </a:p>
        </p:txBody>
      </p:sp>
      <p:pic>
        <p:nvPicPr>
          <p:cNvPr id="156315711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889283" y="2003583"/>
            <a:ext cx="930592" cy="930592"/>
          </a:xfrm>
          <a:prstGeom prst="rect">
            <a:avLst/>
          </a:prstGeom>
        </p:spPr>
      </p:pic>
      <p:pic>
        <p:nvPicPr>
          <p:cNvPr id="1403090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42431" y="2011679"/>
            <a:ext cx="914400" cy="914400"/>
          </a:xfrm>
          <a:prstGeom prst="rect">
            <a:avLst/>
          </a:prstGeom>
        </p:spPr>
      </p:pic>
      <p:pic>
        <p:nvPicPr>
          <p:cNvPr id="14617848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582912" y="2011680"/>
            <a:ext cx="914399" cy="914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ПЕРСОНАЖ 1 / 3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Майя Северин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 bwMode="auto"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ПРОТАГОНИСТ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 bwMode="auto">
          <a:xfrm>
            <a:off x="9966960" y="640080"/>
            <a:ext cx="1645920" cy="16459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 bwMode="auto">
          <a:xfrm>
            <a:off x="5486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7772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ВНЕШНИЙ ВИД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 bwMode="auto">
          <a:xfrm>
            <a:off x="7772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10058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17 лет, худощавая, подвижная фигура следопыта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7772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10058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Рыжие волосы собраны в хвост с выбившимися прядями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 bwMode="auto">
          <a:xfrm>
            <a:off x="7772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10058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Терракотовый дорожный плащ, кожаный тубус для карт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7772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10058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Веснушки, живой взгляд, компас на поясе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44348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46634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АНИМАЦИИ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 bwMode="auto">
          <a:xfrm>
            <a:off x="46634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 bwMode="auto">
          <a:xfrm>
            <a:off x="4892039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Idle — листает блокнот, покачивается на пятках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 bwMode="auto">
          <a:xfrm>
            <a:off x="46634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4892039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Бег — лёгкая пружинистая походка исследователя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 bwMode="auto">
          <a:xfrm>
            <a:off x="46634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 bwMode="auto">
          <a:xfrm>
            <a:off x="4892039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Особая — росчерк пером со вспышкой чернил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6634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 bwMode="auto">
          <a:xfrm>
            <a:off x="4892039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Взаимодействие — присаживается, чертит на стене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8321039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85496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СПЕЦИАЛЬНЫЕ НАВЫКИ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 bwMode="auto">
          <a:xfrm>
            <a:off x="85496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 bwMode="auto">
          <a:xfrm>
            <a:off x="87782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Живая картография — перерисовка фрагмента карты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 bwMode="auto">
          <a:xfrm>
            <a:off x="85496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 bwMode="auto">
          <a:xfrm>
            <a:off x="87782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Чернильный рывок — короткий ускоренный дэш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 bwMode="auto">
          <a:xfrm>
            <a:off x="85496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/>
          <p:nvPr/>
        </p:nvSpPr>
        <p:spPr bwMode="auto">
          <a:xfrm>
            <a:off x="87782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Чутьё картографа — подсветка скрытых путей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 bwMode="auto">
          <a:xfrm>
            <a:off x="85496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33"/>
          <p:cNvSpPr/>
          <p:nvPr/>
        </p:nvSpPr>
        <p:spPr bwMode="auto">
          <a:xfrm>
            <a:off x="87782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Экономный расход чернил при быстрых правках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ПЕРСОНАЖ 2 / 3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Клякса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 bwMode="auto"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КОМПАНЬОН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 bwMode="auto">
          <a:xfrm>
            <a:off x="9966960" y="640080"/>
            <a:ext cx="1645920" cy="16459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 bwMode="auto">
          <a:xfrm>
            <a:off x="5486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7772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ВНЕШНИЙ ВИД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 bwMode="auto">
          <a:xfrm>
            <a:off x="7772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10058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Небольшой дух-птица из пролитых чернил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7772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10058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Тёмно-бирюзовое полупрозрачное тело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 bwMode="auto">
          <a:xfrm>
            <a:off x="7772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10058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Золотой светящийся глаз, крылья стекают как кляксы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7772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10058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Хвост истончается в дымку при полёте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44348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46634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АНИМАЦИИ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 bwMode="auto">
          <a:xfrm>
            <a:off x="46634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 bwMode="auto">
          <a:xfrm>
            <a:off x="4892039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Парение — плавное покачивание, капли стекают и впитываются обратно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 bwMode="auto">
          <a:xfrm>
            <a:off x="46634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4892039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Полёт — цикл взмахов с лёгким смазом крыльев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 bwMode="auto">
          <a:xfrm>
            <a:off x="46634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 bwMode="auto">
          <a:xfrm>
            <a:off x="4892039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Особая — вспышка света, расширяющееся кольцо свечения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6634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 bwMode="auto">
          <a:xfrm>
            <a:off x="4892039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Протискивание — сплющивается в кляксу и просачивается в щели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8321039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85496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СПЕЦИАЛЬНЫЕ НАВЫКИ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 bwMode="auto">
          <a:xfrm>
            <a:off x="85496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 bwMode="auto">
          <a:xfrm>
            <a:off x="87782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Разведка — пролетает в недоступные игроку места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 bwMode="auto">
          <a:xfrm>
            <a:off x="85496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 bwMode="auto">
          <a:xfrm>
            <a:off x="87782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Подсветка механизмов и скрытых надписей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 bwMode="auto">
          <a:xfrm>
            <a:off x="85496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/>
          <p:nvPr/>
        </p:nvSpPr>
        <p:spPr bwMode="auto">
          <a:xfrm>
            <a:off x="87782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Световые пазлы — направленный луч для зеркал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 bwMode="auto">
          <a:xfrm>
            <a:off x="85496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33"/>
          <p:cNvSpPr/>
          <p:nvPr/>
        </p:nvSpPr>
        <p:spPr bwMode="auto">
          <a:xfrm>
            <a:off x="87782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Маячок — указывает путь к следующей цели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ПЕРСОНАЖ 3 / 3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Аурелио Восс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 bwMode="auto"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АНТАГОНИСТ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 bwMode="auto">
          <a:xfrm>
            <a:off x="9966960" y="640080"/>
            <a:ext cx="1645920" cy="164592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 bwMode="auto">
          <a:xfrm>
            <a:off x="5486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7772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ВНЕШНИЙ ВИД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 bwMode="auto">
          <a:xfrm>
            <a:off x="7772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10058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Высокий, статный, властная осанка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7772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10058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Тёмно-синий плащ с золотыми меридианами-узорами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 bwMode="auto">
          <a:xfrm>
            <a:off x="7772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10058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Маска-очки картографа, скрывающая взгляд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7772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10058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Посох-компас со светящейся золотой сферой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4434840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46634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АНИМАЦИИ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 bwMode="auto">
          <a:xfrm>
            <a:off x="46634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 bwMode="auto">
          <a:xfrm>
            <a:off x="4892039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Idle — плащ мерно колышется, неподвижная поза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 bwMode="auto">
          <a:xfrm>
            <a:off x="46634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4892039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Ходьба — тяжёлая размеренная поступь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 bwMode="auto">
          <a:xfrm>
            <a:off x="46634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 bwMode="auto">
          <a:xfrm>
            <a:off x="4892039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Ритуал — посох чертит в воздухе световой круг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6634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 bwMode="auto">
          <a:xfrm>
            <a:off x="4892039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Особая — призыв чернильных стражей из пола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 bwMode="auto">
          <a:xfrm>
            <a:off x="8321039" y="18745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</p:spPr>
      </p:sp>
      <p:sp>
        <p:nvSpPr>
          <p:cNvPr id="27" name="Text 25"/>
          <p:cNvSpPr/>
          <p:nvPr/>
        </p:nvSpPr>
        <p:spPr bwMode="auto">
          <a:xfrm>
            <a:off x="85496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СПЕЦИАЛЬНЫЕ НАВЫКИ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 bwMode="auto">
          <a:xfrm>
            <a:off x="8549640" y="254203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 bwMode="auto">
          <a:xfrm>
            <a:off x="8778240" y="2432303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Контр-картография — стирает правки игрока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 bwMode="auto">
          <a:xfrm>
            <a:off x="8549640" y="3438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 bwMode="auto">
          <a:xfrm>
            <a:off x="8778240" y="33284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Призыв стражей Ордена в ключевых точках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 bwMode="auto">
          <a:xfrm>
            <a:off x="8549640" y="43342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/>
          <p:nvPr/>
        </p:nvSpPr>
        <p:spPr bwMode="auto">
          <a:xfrm>
            <a:off x="8778240" y="4224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Ритуал пробуждения — финальная механика босса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 bwMode="auto">
          <a:xfrm>
            <a:off x="8549640" y="52303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33"/>
          <p:cNvSpPr/>
          <p:nvPr/>
        </p:nvSpPr>
        <p:spPr bwMode="auto">
          <a:xfrm>
            <a:off x="8778240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Зоны искажения — временно блокируют карту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ИГРОВОЕ ОКРУЖЕНИЕ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Структура мира — пять районов Инниса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 bwMode="auto">
          <a:xfrm>
            <a:off x="548640" y="192024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713232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I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 bwMode="auto">
          <a:xfrm>
            <a:off x="713232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Нижние доки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 bwMode="auto">
          <a:xfrm>
            <a:off x="713232" y="3246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Стартовая зона, рабочий квартал у хвоста левиафана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 bwMode="auto">
          <a:xfrm>
            <a:off x="2852928" y="192024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3017519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II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 bwMode="auto">
          <a:xfrm>
            <a:off x="3017519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Рыночный ярус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 bwMode="auto">
          <a:xfrm>
            <a:off x="3017519" y="3246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Центральный хаб, торговля и городская жизнь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 bwMode="auto">
          <a:xfrm>
            <a:off x="5157216" y="192024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 bwMode="auto">
          <a:xfrm>
            <a:off x="5321808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III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 bwMode="auto">
          <a:xfrm>
            <a:off x="5321808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Чернильный собор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 bwMode="auto">
          <a:xfrm>
            <a:off x="5321808" y="3246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Храм Ордена, добыча чернил у «сердца»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 bwMode="auto">
          <a:xfrm>
            <a:off x="7461504" y="192024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7626096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IV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 bwMode="auto">
          <a:xfrm>
            <a:off x="7626096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Верхние спирали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 bwMode="auto">
          <a:xfrm>
            <a:off x="7626096" y="3246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Богатый квартал у «головы», витая архитектура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 bwMode="auto">
          <a:xfrm>
            <a:off x="9765792" y="192024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/>
          <p:nvPr/>
        </p:nvSpPr>
        <p:spPr bwMode="auto">
          <a:xfrm>
            <a:off x="9930384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V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 bwMode="auto">
          <a:xfrm>
            <a:off x="9930384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Становой хребет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 bwMode="auto">
          <a:xfrm>
            <a:off x="9930384" y="324612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Обнажённый позвоночник левиафана, финал игры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 bwMode="auto">
          <a:xfrm>
            <a:off x="54864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Уровни расположены вдоль тела левиафана от хвоста к голове — по мере продвижения тремора усиливаются, а архитектура становится всё более органичной и хрупкой.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ДИЗАЙН УРОВНЯ / I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Нижние доки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 bwMode="auto"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Стартовая рабочая зона у хвоста левиафана — верёвочные мосты, скрип дерева, запах соли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 bwMode="auto">
          <a:xfrm>
            <a:off x="54864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 bwMode="auto">
          <a:xfrm>
            <a:off x="77724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ДЕКОРАЦИИ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 bwMode="auto">
          <a:xfrm>
            <a:off x="77724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 bwMode="auto">
          <a:xfrm>
            <a:off x="100584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Верёвочные мосты и подвесные фонари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77724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 bwMode="auto">
          <a:xfrm>
            <a:off x="1005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Сети для сушки, ракушки на балках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 bwMode="auto">
          <a:xfrm>
            <a:off x="77724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 bwMode="auto">
          <a:xfrm>
            <a:off x="100584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Деревянные леса, вросшие в кожу левиафана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 bwMode="auto">
          <a:xfrm>
            <a:off x="438912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 bwMode="auto">
          <a:xfrm>
            <a:off x="461772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ОБЪЕКТЫ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 bwMode="auto">
          <a:xfrm>
            <a:off x="461772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 bwMode="auto">
          <a:xfrm>
            <a:off x="484632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Ящики-укрытия и грузовые лебёдки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 bwMode="auto">
          <a:xfrm>
            <a:off x="461772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484632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Фрагменты карт-коллекционки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 bwMode="auto">
          <a:xfrm>
            <a:off x="461772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 bwMode="auto">
          <a:xfrm>
            <a:off x="484632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Приливные заводи с чернильными креветками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 bwMode="auto">
          <a:xfrm>
            <a:off x="822960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 bwMode="auto">
          <a:xfrm>
            <a:off x="845820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ИНТЕРАКТИВ И УГРОЗЫ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 bwMode="auto">
          <a:xfrm>
            <a:off x="845820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 bwMode="auto">
          <a:xfrm>
            <a:off x="868680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Шаткие лестницы, зависящие от перерисовки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 bwMode="auto">
          <a:xfrm>
            <a:off x="845820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 bwMode="auto">
          <a:xfrm>
            <a:off x="86868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Периодические толчки рушат настилы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 bwMode="auto">
          <a:xfrm>
            <a:off x="845820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 bwMode="auto">
          <a:xfrm>
            <a:off x="868680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Патрули докеров, реагирующие на репутацию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ДИЗАЙН УРОВНЯ / III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Чернильный собор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 bwMode="auto"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Храм Ордена Пробуждения у «сердца» левиафана — витражи из застывших чернил, тихий распев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 bwMode="auto">
          <a:xfrm>
            <a:off x="54864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 bwMode="auto">
          <a:xfrm>
            <a:off x="77724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ДЕКОРАЦИИ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 bwMode="auto">
          <a:xfrm>
            <a:off x="77724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 bwMode="auto">
          <a:xfrm>
            <a:off x="100584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Витражи из застывших светящихся чернил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 bwMode="auto">
          <a:xfrm>
            <a:off x="77724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 bwMode="auto">
          <a:xfrm>
            <a:off x="1005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Кадила со свечением-дымом, алтарь из кости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 bwMode="auto">
          <a:xfrm>
            <a:off x="77724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 bwMode="auto">
          <a:xfrm>
            <a:off x="100584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Фигуры распевающих культистов на фоне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 bwMode="auto">
          <a:xfrm>
            <a:off x="438912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461772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ОБЪЕКТЫ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 bwMode="auto">
          <a:xfrm>
            <a:off x="461772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 bwMode="auto">
          <a:xfrm>
            <a:off x="484632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Чернильные колодцы — точки восполнения ресурса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 bwMode="auto">
          <a:xfrm>
            <a:off x="461772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484632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Запертые хранилища карт-головоломки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 bwMode="auto">
          <a:xfrm>
            <a:off x="461772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 bwMode="auto">
          <a:xfrm>
            <a:off x="484632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Церемониальные компасы-переключатели в полу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 bwMode="auto">
          <a:xfrm>
            <a:off x="8229600" y="1920240"/>
            <a:ext cx="3611880" cy="4160519"/>
          </a:xfrm>
          <a:prstGeom prst="roundRect">
            <a:avLst>
              <a:gd name="adj" fmla="val 2025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/>
          <p:nvPr/>
        </p:nvSpPr>
        <p:spPr bwMode="auto">
          <a:xfrm>
            <a:off x="845820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ИНТЕРАКТИВ И УГРОЗЫ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 bwMode="auto">
          <a:xfrm>
            <a:off x="8458200" y="266090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 bwMode="auto">
          <a:xfrm>
            <a:off x="868680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Вращающиеся сегменты пола под перерисовку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 bwMode="auto">
          <a:xfrm>
            <a:off x="8458200" y="371246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 bwMode="auto">
          <a:xfrm>
            <a:off x="86868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Лучи света через витражи открывают проходы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 bwMode="auto">
          <a:xfrm>
            <a:off x="845820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 bwMode="auto">
          <a:xfrm>
            <a:off x="8686800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Патрули культистов, нестабильные лужи чернил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A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ОБЪЕКТЫ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Каталог интерактивных объектов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 bwMode="auto">
          <a:xfrm>
            <a:off x="54864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 bwMode="auto">
          <a:xfrm>
            <a:off x="77724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Фрагменты карт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 bwMode="auto">
          <a:xfrm>
            <a:off x="77724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Коллекционные предметы, раскрывающие лор города и предысторию левиафана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 bwMode="auto">
          <a:xfrm>
            <a:off x="438912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 bwMode="auto">
          <a:xfrm>
            <a:off x="461772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Чернильные колодцы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 bwMode="auto">
          <a:xfrm>
            <a:off x="461772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Точки восполнения ресурса для механики перерисовки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822960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 bwMode="auto">
          <a:xfrm>
            <a:off x="845820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Трещины-предвестники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 bwMode="auto">
          <a:xfrm>
            <a:off x="845820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Телеграфируют грядущий толчок за 2–3 секунды до события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 bwMode="auto">
          <a:xfrm>
            <a:off x="54864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 bwMode="auto">
          <a:xfrm>
            <a:off x="77724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Лебёдки и блоки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 bwMode="auto">
          <a:xfrm>
            <a:off x="77724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Полу-механические конструкции, двигаются вместе с перерисовкой карты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438912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 bwMode="auto">
          <a:xfrm>
            <a:off x="461772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Вены левиафана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 bwMode="auto">
          <a:xfrm>
            <a:off x="461772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Светящиеся трубопроводы — источник чернил и подсказка направления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 bwMode="auto">
          <a:xfrm>
            <a:off x="822960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2DA"/>
            </a:solidFill>
            <a:prstDash val="solid"/>
          </a:ln>
          <a:effectLst>
            <a:outerShdw blurRad="76200" dist="254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 bwMode="auto">
          <a:xfrm>
            <a:off x="845820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Фонари</a:t>
            </a:r>
            <a:endParaRPr lang="en-US" sz="1450"/>
          </a:p>
        </p:txBody>
      </p:sp>
      <p:sp>
        <p:nvSpPr>
          <p:cNvPr id="21" name="Text 19"/>
          <p:cNvSpPr/>
          <p:nvPr/>
        </p:nvSpPr>
        <p:spPr bwMode="auto">
          <a:xfrm>
            <a:off x="845820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3A3F4B"/>
                </a:solidFill>
                <a:latin typeface="Calibri"/>
                <a:ea typeface="Calibri"/>
                <a:cs typeface="Calibri"/>
              </a:rPr>
              <a:t>Источник света и одновременно элемент пазлов на отражение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СПЕЦЭФФЕКТЫ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 bwMode="auto"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Визуальные эффекты мира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 bwMode="auto">
          <a:xfrm>
            <a:off x="54864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 bwMode="auto">
          <a:xfrm>
            <a:off x="77724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Свечение чернил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 bwMode="auto">
          <a:xfrm>
            <a:off x="77724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Пульсирующие бирюзовые и золотые частицы вдоль вен левиафана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 bwMode="auto">
          <a:xfrm>
            <a:off x="438912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461772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Толчки левиафана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 bwMode="auto">
          <a:xfrm>
            <a:off x="461772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Тряска камеры, пыль и осыпающиеся обломки, нарастающий гул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8229600" y="1737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 bwMode="auto">
          <a:xfrm>
            <a:off x="845820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Чернильный туман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 bwMode="auto">
          <a:xfrm>
            <a:off x="8458200" y="245059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Золотистая дымка в зонах Ордена, ограничивает видимость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 bwMode="auto">
          <a:xfrm>
            <a:off x="54864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 bwMode="auto">
          <a:xfrm>
            <a:off x="77724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Перерисовка карты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 bwMode="auto">
          <a:xfrm>
            <a:off x="77724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След кисти из чернил, геометрия складывается как бумага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438912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 bwMode="auto">
          <a:xfrm>
            <a:off x="461772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Мерцание фонарей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 bwMode="auto">
          <a:xfrm>
            <a:off x="461772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Лёгкое случайное колебание тёплого света на фоне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 bwMode="auto">
          <a:xfrm>
            <a:off x="8229600" y="3977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 bwMode="auto">
          <a:xfrm>
            <a:off x="845820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Аура Кляксы</a:t>
            </a:r>
            <a:endParaRPr lang="en-US" sz="1450"/>
          </a:p>
        </p:txBody>
      </p:sp>
      <p:sp>
        <p:nvSpPr>
          <p:cNvPr id="21" name="Text 19"/>
          <p:cNvSpPr/>
          <p:nvPr/>
        </p:nvSpPr>
        <p:spPr bwMode="auto">
          <a:xfrm>
            <a:off x="8458200" y="4690872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0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Динамический источник света, отбрасывающий мягкие тени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1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896112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 bwMode="auto"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ХУДОЖЕСТВЕННОЕ НАПРАВЛЕНИЕ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 bwMode="auto"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4EFE6"/>
                </a:solidFill>
                <a:latin typeface="Cambria"/>
                <a:ea typeface="Cambria"/>
                <a:cs typeface="Cambria"/>
              </a:rPr>
              <a:t>Мир и герои говорят на одном визуальном языке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 bwMode="auto">
          <a:xfrm>
            <a:off x="54864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Единая палитра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 bwMode="auto">
          <a:xfrm>
            <a:off x="548640" y="2880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Тёплое золото против глубокого индиго связывает персонажей и окружение в одну картину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 bwMode="auto">
          <a:xfrm>
            <a:off x="429768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Органика против геометрии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 bwMode="auto">
          <a:xfrm>
            <a:off x="4297680" y="2880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Архитектура «выросла» из левиафана — изогнутые линии, отсутствие прямых углов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 bwMode="auto">
          <a:xfrm>
            <a:off x="804672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D9A441"/>
                </a:solidFill>
                <a:latin typeface="Cambria"/>
                <a:ea typeface="Cambria"/>
                <a:cs typeface="Cambria"/>
              </a:rPr>
              <a:t>Свет как язык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>
            <a:off x="8046720" y="2880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CBD3EE"/>
                </a:solidFill>
                <a:latin typeface="Calibri"/>
                <a:ea typeface="Calibri"/>
                <a:cs typeface="Calibri"/>
              </a:rPr>
              <a:t>Чернильное свечение — одновременно ресурс, ориентир и визуальный акцент во всех сценах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 bwMode="auto"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A93BE"/>
                </a:solidFill>
                <a:latin typeface="Calibri"/>
                <a:ea typeface="Calibri"/>
                <a:cs typeface="Calibri"/>
              </a:rPr>
              <a:t>Дизайн персонажей и окружения  •  Кейс-задача №4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 bwMode="auto"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On-screen Show (16:9)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dc:identifier/>
  <dc:language/>
  <cp:lastModifiedBy>Даниель Гусак</cp:lastModifiedBy>
  <cp:revision>2</cp:revision>
  <dcterms:created xsi:type="dcterms:W3CDTF">2026-07-17T19:55:42Z</dcterms:created>
  <dcterms:modified xsi:type="dcterms:W3CDTF">2026-08-08T22:37:14Z</dcterms:modified>
  <cp:category/>
  <cp:contentStatus/>
  <cp:version/>
</cp:coreProperties>
</file>